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749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6400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132338"/>
          </a:solidFill>
          <a:ln w="12700">
            <a:solidFill>
              <a:srgbClr val="13233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371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Broom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personalized health, rhythm, and AI support platform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 combines cycle awareness, emotional reflection, personalized guidance, and a modern web experience to support healthier routines and stronger self-understanding.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71232" y="123444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37160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 a glance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54112" y="1746504"/>
            <a:ext cx="2697480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build includes a landing page, Firebase auth, AI chat, profile memory, a phase-colored cycle calendar, theme modes, a responsive dashboard, and seeded trust-system content.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Broom matters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users need support that connects physical health, emotional patterns, and practical daily guidance.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Fragmented tools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products treat cycle tracking, journaling, and guidance as separate experiences, forcing users to piece together insights alone.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3EDBA0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personalization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advice often misses context such as cycle phase, mood, stress, goals, and preferred communication style.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gap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3524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wellness data needs clearer consent, safer design, moderation logic, and a product language that feels supportive instead of intrusive.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 addresses this by turning scattered signals into one connected and understandable workspace.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 is designed to be calm, user-friendly, and clear about what is already built versus what belongs in the roadmap.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Broom 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modern web app built as a connected support system, not just a tracker.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Body intelligence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tracking, symptom logging, and a phase-colored calendar make body patterns easier to understand.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C4B5FD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Mind intelligence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 logs, profile context, and reflective check-ins help connect emotional patterns with daily experience.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Adaptive guidance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3524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copilot uses saved profile and check-in context to respond in a more personal and practical way while staying inside guardrails.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MVP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already built today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4983480" cy="3566160"/>
          </a:xfrm>
          <a:prstGeom prst="roundRect">
            <a:avLst>
              <a:gd name="adj" fmla="val 2051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116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product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86584"/>
            <a:ext cx="46634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2395728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landing page with clear entry points into sign in, account creation, and preview mode.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email authentication and a saved user profile structure.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assistant, tracker, resources, and profile pages with React Router.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 modes and responsive high-tech UI built with Vite, React, and Tailwind CSS.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Seeded resource vault content for community safety, verified mentorship, and AI trust guidance.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97880" y="187452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011680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Implemented intelligence 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80760" y="2386584"/>
            <a:ext cx="45262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99048" y="2395728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copilot chat with saved context and a fallback assistant mode.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Profile-driven personalization using goals, support needs, and tone preferences.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Phase-colored cycle calendar for menstrual, follicular, fertile, ovulation, and luteal stages.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preview seed data for community posts, moderation flow, mentorship access, and crisis-response rules.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the project strong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user experience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now has a proper landing page, routed navigation, responsive layouts, theme switching, and a cleaner onboarding-to-action flow.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6908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3EDBA0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Personalization foundation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 already stores profile context, wellness logs, and assistant conversations in a reusable structure that can grow with the product.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Credible technical 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frontend architecture with Vite, React Router, Tailwind CSS, Firebase Auth, Firestore-ready data flow, and reusable components.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Broom stays safer as it grows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now presents community, mentorship, and AI safety as structured systems rather than loose ideas.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Anonymous community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Posts can stay anonymous, reports can temporarily hide content, and admins make final moderation decisions instead of auto-bans from crowd disagreement.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3EDBA0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mentorship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Mentors apply, are verified, receive boundaries training, and can operate in paid programs with scholarship or sponsored access paths.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guardrails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3524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avoids diagnosis, supports reporting of misleading answers, and escalates alarming language into a crisis-response flow.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FEATURES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standout experience areas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Landing page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40864"/>
            <a:ext cx="16916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clearer product story and better first impression before users enter auth.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34640" y="182880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132338"/>
          </a:solidFill>
          <a:ln w="12700">
            <a:solidFill>
              <a:srgbClr val="3EDBA0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chatbox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340864"/>
            <a:ext cx="16916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Personalized support shaped by profile, logs, and saved context.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83480" y="182880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132338"/>
          </a:solidFill>
          <a:ln w="1270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Cycle calendar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2340864"/>
            <a:ext cx="16916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colors make monthly rhythm easier to scan and understand.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0" y="1828800"/>
            <a:ext cx="2011680" cy="3611880"/>
          </a:xfrm>
          <a:prstGeom prst="roundRect">
            <a:avLst>
              <a:gd name="adj" fmla="val 3636"/>
            </a:avLst>
          </a:prstGeom>
          <a:solidFill>
            <a:srgbClr val="132338"/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Theme modes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340864"/>
            <a:ext cx="16916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Aurora, Eclipse, and Sunrise give users control over the visual feel.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81160" y="1828800"/>
            <a:ext cx="1463040" cy="3611880"/>
          </a:xfrm>
          <a:prstGeom prst="roundRect">
            <a:avLst>
              <a:gd name="adj" fmla="val 5000"/>
            </a:avLst>
          </a:prstGeom>
          <a:solidFill>
            <a:srgbClr val="132338"/>
          </a:solidFill>
          <a:ln w="12700">
            <a:solidFill>
              <a:srgbClr val="C4B5FD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4040" y="196596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Preview mode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64040" y="2340864"/>
            <a:ext cx="11430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experience the product immediately with seeded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UNIQUENESS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Broom stands out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6629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 does not frame health tracking and AI as separate tools. It treats them as one connected support experience.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aims to link body awareness, emotional awareness, and practical action in a single user journey.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is designed to be both technically modern and mission-driven, making it easier to evolve into a wider empowerment platform.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preview data and resource design now model trust systems like moderation, mentorship verification, and AI safety instead of leaving them abstract.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6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architecture already supports future layers like community interaction, role-model stories, and guided growth content.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909560" y="4297680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434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differentiator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92440" y="48097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rhythm + reflection +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Broom is built for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Primary users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Girls and women who want a more understandable way to track health patterns, reflect on emotions, and receive contextual support.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6908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3EDBA0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Everyday use cases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5196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around cycle phases, understanding mood shifts, building routines, reducing stress, and getting next-step guidance.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potential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2340864"/>
            <a:ext cx="292608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concept is especially meaningful in communities where accessible wellness education, guidance, and confidence-building tools are limited.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platform can grow next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separates future expansion from the features that already exist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745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support layer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2386584"/>
            <a:ext cx="29260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community posting flows, mentorship matching, and safer ways for users to learn from trusted role models.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69080" y="18745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C4B5FD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Smarter guidance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386584"/>
            <a:ext cx="29260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Deeper insights that connect sleep, stress, symptoms, and routine data without crossing into overconfident advice.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187452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132338"/>
          </a:solidFill>
          <a:ln w="12700">
            <a:solidFill>
              <a:srgbClr val="FF8F6B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 ecosystem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35240" y="2386584"/>
            <a:ext cx="292608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Role-model stories, digital skills content, entrepreneurship pathways, and life development tools beyond wellness tracking.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137160"/>
            <a:ext cx="2011680" cy="2011680"/>
          </a:xfrm>
          <a:prstGeom prst="ellipse">
            <a:avLst/>
          </a:prstGeom>
          <a:solidFill>
            <a:srgbClr val="5DE7FF">
              <a:alpha val="18000"/>
            </a:srgbClr>
          </a:solidFill>
          <a:ln w="12700">
            <a:solidFill>
              <a:srgbClr val="5DE7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74320"/>
            <a:ext cx="1828800" cy="1828800"/>
          </a:xfrm>
          <a:prstGeom prst="ellipse">
            <a:avLst/>
          </a:prstGeom>
          <a:solidFill>
            <a:srgbClr val="FF8F6B">
              <a:alpha val="15000"/>
            </a:srgbClr>
          </a:solidFill>
          <a:ln w="12700">
            <a:solidFill>
              <a:srgbClr val="FF8F6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5532120"/>
            <a:ext cx="2377440" cy="1645920"/>
          </a:xfrm>
          <a:prstGeom prst="ellipse">
            <a:avLst/>
          </a:prstGeom>
          <a:solidFill>
            <a:srgbClr val="C4B5FD">
              <a:alpha val="8000"/>
            </a:srgbClr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389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E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786384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Broom is more than a tracker.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04088" y="14904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the foundation of a personalized support ecosystem.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132338"/>
          </a:solidFill>
          <a:ln w="12700">
            <a:solidFill>
              <a:srgbClr val="5DE7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7373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focus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18120" y="2112264"/>
            <a:ext cx="251460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features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MVP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roadmap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4672" y="3017520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 stronger MVP, expanded seed data, and a mission-centered trust model, Broom is positioned to grow into a trusted platform for health understanding, emotional intelligence, and empowerment.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6355080"/>
            <a:ext cx="10899648" cy="18288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6419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A3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Broom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Broom Project Presentation</dc:title>
  <dc:subject>Broom project presentation</dc:subject>
  <dc:creator>OpenAI Codex</dc:creator>
  <cp:lastModifiedBy>OpenAI Codex</cp:lastModifiedBy>
  <cp:revision>1</cp:revision>
  <dcterms:created xsi:type="dcterms:W3CDTF">2026-03-31T14:28:11Z</dcterms:created>
  <dcterms:modified xsi:type="dcterms:W3CDTF">2026-03-31T14:28:11Z</dcterms:modified>
</cp:coreProperties>
</file>